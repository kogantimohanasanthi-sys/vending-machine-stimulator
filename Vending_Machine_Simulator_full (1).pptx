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2F6579-D608-4137-8751-5423C2203840}" v="1" dt="2026-10-16T06:41:53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a santhi K" userId="220bc1aaa469a572" providerId="LiveId" clId="{CDFC6F2A-5448-4E41-BB26-A43A23BD3769}"/>
    <pc:docChg chg="undo custSel modSld">
      <pc:chgData name="Mohana santhi K" userId="220bc1aaa469a572" providerId="LiveId" clId="{CDFC6F2A-5448-4E41-BB26-A43A23BD3769}" dt="2026-10-16T06:42:22.980" v="6"/>
      <pc:docMkLst>
        <pc:docMk/>
      </pc:docMkLst>
      <pc:sldChg chg="addSp delSp modSp mod">
        <pc:chgData name="Mohana santhi K" userId="220bc1aaa469a572" providerId="LiveId" clId="{CDFC6F2A-5448-4E41-BB26-A43A23BD3769}" dt="2026-10-16T06:42:22.980" v="6"/>
        <pc:sldMkLst>
          <pc:docMk/>
          <pc:sldMk cId="0" sldId="266"/>
        </pc:sldMkLst>
        <pc:spChg chg="add del mod">
          <ac:chgData name="Mohana santhi K" userId="220bc1aaa469a572" providerId="LiveId" clId="{CDFC6F2A-5448-4E41-BB26-A43A23BD3769}" dt="2026-10-16T06:42:22.980" v="6"/>
          <ac:spMkLst>
            <pc:docMk/>
            <pc:sldMk cId="0" sldId="266"/>
            <ac:spMk id="3" creationId="{551D3287-9BBE-6408-25DB-30D745B01F55}"/>
          </ac:spMkLst>
        </pc:spChg>
        <pc:picChg chg="mod">
          <ac:chgData name="Mohana santhi K" userId="220bc1aaa469a572" providerId="LiveId" clId="{CDFC6F2A-5448-4E41-BB26-A43A23BD3769}" dt="2026-10-16T06:42:20.335" v="4" actId="1076"/>
          <ac:picMkLst>
            <pc:docMk/>
            <pc:sldMk cId="0" sldId="266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7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CO-4 :</a:t>
            </a:r>
            <a:endParaRPr lang="en-US" sz="4000" dirty="0"/>
          </a:p>
        </p:txBody>
      </p:sp>
      <p:sp>
        <p:nvSpPr>
          <p:cNvPr id="3" name="Topic 1"/>
          <p:cNvSpPr txBox="1"/>
          <p:nvPr/>
        </p:nvSpPr>
        <p:spPr>
          <a:xfrm>
            <a:off x="457200" y="132588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and Objects :</a:t>
            </a:r>
            <a:endParaRPr lang="en-US" sz="1500" dirty="0"/>
          </a:p>
        </p:txBody>
      </p:sp>
      <p:sp>
        <p:nvSpPr>
          <p:cNvPr id="4" name="Description 1"/>
          <p:cNvSpPr txBox="1"/>
          <p:nvPr/>
        </p:nvSpPr>
        <p:spPr>
          <a:xfrm>
            <a:off x="3017520" y="132588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Product class is the blueprint; objects are created using new Product(101, "Chips", 20, 5) and stored in the products array.)</a:t>
            </a:r>
            <a:endParaRPr lang="en-US" sz="1200" dirty="0"/>
          </a:p>
        </p:txBody>
      </p:sp>
      <p:sp>
        <p:nvSpPr>
          <p:cNvPr id="5" name="Topic 2"/>
          <p:cNvSpPr txBox="1"/>
          <p:nvPr/>
        </p:nvSpPr>
        <p:spPr>
          <a:xfrm>
            <a:off x="457200" y="190500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and this :</a:t>
            </a:r>
            <a:endParaRPr lang="en-US" sz="1500" dirty="0"/>
          </a:p>
        </p:txBody>
      </p:sp>
      <p:sp>
        <p:nvSpPr>
          <p:cNvPr id="6" name="Description 2"/>
          <p:cNvSpPr txBox="1"/>
          <p:nvPr/>
        </p:nvSpPr>
        <p:spPr>
          <a:xfrm>
            <a:off x="3017520" y="190500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parameterized constructor Product(int id, String name, double price, int stock) uses this.id = id to set the fields.)</a:t>
            </a:r>
            <a:endParaRPr lang="en-US" sz="1200" dirty="0"/>
          </a:p>
        </p:txBody>
      </p:sp>
      <p:sp>
        <p:nvSpPr>
          <p:cNvPr id="7" name="Topic 3"/>
          <p:cNvSpPr txBox="1"/>
          <p:nvPr/>
        </p:nvSpPr>
        <p:spPr>
          <a:xfrm>
            <a:off x="457200" y="248412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 :</a:t>
            </a:r>
            <a:endParaRPr lang="en-US" sz="1500" dirty="0"/>
          </a:p>
        </p:txBody>
      </p:sp>
      <p:sp>
        <p:nvSpPr>
          <p:cNvPr id="8" name="Description 3"/>
          <p:cNvSpPr txBox="1"/>
          <p:nvPr/>
        </p:nvSpPr>
        <p:spPr>
          <a:xfrm>
            <a:off x="3017520" y="248412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(id, name, price and stock are private fields, accessed through getters such as getId(), getPrice() and getStock().)</a:t>
            </a:r>
            <a:endParaRPr lang="en-US" sz="1200" dirty="0"/>
          </a:p>
        </p:txBody>
      </p:sp>
      <p:sp>
        <p:nvSpPr>
          <p:cNvPr id="9" name="Topic 4"/>
          <p:cNvSpPr txBox="1"/>
          <p:nvPr/>
        </p:nvSpPr>
        <p:spPr>
          <a:xfrm>
            <a:off x="457200" y="306324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Members :</a:t>
            </a:r>
            <a:endParaRPr lang="en-US" sz="1500" dirty="0"/>
          </a:p>
        </p:txBody>
      </p:sp>
      <p:sp>
        <p:nvSpPr>
          <p:cNvPr id="10" name="Description 4"/>
          <p:cNvSpPr txBox="1"/>
          <p:nvPr/>
        </p:nvSpPr>
        <p:spPr>
          <a:xfrm>
            <a:off x="3017520" y="306324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(sc, balance and products are static, and methods like viewProducts(), findProduct() and buyProduct() are static methods.)</a:t>
            </a:r>
            <a:endParaRPr lang="en-US" sz="1200" dirty="0"/>
          </a:p>
        </p:txBody>
      </p:sp>
      <p:sp>
        <p:nvSpPr>
          <p:cNvPr id="11" name="Topic 5"/>
          <p:cNvSpPr txBox="1"/>
          <p:nvPr/>
        </p:nvSpPr>
        <p:spPr>
          <a:xfrm>
            <a:off x="457200" y="364236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toString() :</a:t>
            </a:r>
            <a:endParaRPr lang="en-US" sz="1500" dirty="0"/>
          </a:p>
        </p:txBody>
      </p:sp>
      <p:sp>
        <p:nvSpPr>
          <p:cNvPr id="12" name="Description 5"/>
          <p:cNvSpPr txBox="1"/>
          <p:nvPr/>
        </p:nvSpPr>
        <p:spPr>
          <a:xfrm>
            <a:off x="3017520" y="364236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(System.out.println(p) prints the details of a Product object in viewProducts().)</a:t>
            </a:r>
            <a:endParaRPr lang="en-US" sz="1200" dirty="0"/>
          </a:p>
        </p:txBody>
      </p:sp>
      <p:sp>
        <p:nvSpPr>
          <p:cNvPr id="13" name="Topic 6"/>
          <p:cNvSpPr txBox="1"/>
          <p:nvPr/>
        </p:nvSpPr>
        <p:spPr>
          <a:xfrm>
            <a:off x="457200" y="422148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 :</a:t>
            </a:r>
            <a:endParaRPr lang="en-US" sz="1500" dirty="0"/>
          </a:p>
        </p:txBody>
      </p:sp>
      <p:sp>
        <p:nvSpPr>
          <p:cNvPr id="14" name="Description 6"/>
          <p:cNvSpPr txBox="1"/>
          <p:nvPr/>
        </p:nvSpPr>
        <p:spPr>
          <a:xfrm>
            <a:off x="3017520" y="422148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(try-catch with NumberFormatException and Exception handles invalid menu choices, IDs and amounts.)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CO-5 :</a:t>
            </a:r>
            <a:endParaRPr lang="en-US" sz="4000" dirty="0"/>
          </a:p>
        </p:txBody>
      </p:sp>
      <p:sp>
        <p:nvSpPr>
          <p:cNvPr id="3" name="Topic 1"/>
          <p:cNvSpPr txBox="1"/>
          <p:nvPr/>
        </p:nvSpPr>
        <p:spPr>
          <a:xfrm>
            <a:off x="457200" y="13258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Concatenation :</a:t>
            </a:r>
            <a:endParaRPr lang="en-US" sz="1500" dirty="0"/>
          </a:p>
        </p:txBody>
      </p:sp>
      <p:sp>
        <p:nvSpPr>
          <p:cNvPr id="4" name="Description 1"/>
          <p:cNvSpPr txBox="1"/>
          <p:nvPr/>
        </p:nvSpPr>
        <p:spPr>
          <a:xfrm>
            <a:off x="3017520" y="132588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+ operator joins text and values in messages such as "Selected: " + p.getName().)</a:t>
            </a:r>
            <a:endParaRPr lang="en-US" sz="1200" dirty="0"/>
          </a:p>
        </p:txBody>
      </p:sp>
      <p:sp>
        <p:nvSpPr>
          <p:cNvPr id="5" name="Topic 2"/>
          <p:cNvSpPr txBox="1"/>
          <p:nvPr/>
        </p:nvSpPr>
        <p:spPr>
          <a:xfrm>
            <a:off x="457200" y="202082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Input :</a:t>
            </a:r>
            <a:endParaRPr lang="en-US" sz="1500" dirty="0"/>
          </a:p>
        </p:txBody>
      </p:sp>
      <p:sp>
        <p:nvSpPr>
          <p:cNvPr id="6" name="Description 2"/>
          <p:cNvSpPr txBox="1"/>
          <p:nvPr/>
        </p:nvSpPr>
        <p:spPr>
          <a:xfrm>
            <a:off x="3017520" y="202082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(sc.nextLine() reads typed text; Integer.parseInt() and Double.parseDouble() convert it into numbers.)</a:t>
            </a:r>
            <a:endParaRPr lang="en-US" sz="1200" dirty="0"/>
          </a:p>
        </p:txBody>
      </p:sp>
      <p:sp>
        <p:nvSpPr>
          <p:cNvPr id="7" name="Topic 3"/>
          <p:cNvSpPr txBox="1"/>
          <p:nvPr/>
        </p:nvSpPr>
        <p:spPr>
          <a:xfrm>
            <a:off x="457200" y="27157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Writing – Appending :</a:t>
            </a:r>
            <a:endParaRPr lang="en-US" sz="1500" dirty="0"/>
          </a:p>
        </p:txBody>
      </p:sp>
      <p:sp>
        <p:nvSpPr>
          <p:cNvPr id="8" name="Description 3"/>
          <p:cNvSpPr txBox="1"/>
          <p:nvPr/>
        </p:nvSpPr>
        <p:spPr>
          <a:xfrm>
            <a:off x="3017520" y="271576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(savePurchase() uses FileWriter("purchase_history.txt", true) to append each purchase to the file.)</a:t>
            </a:r>
            <a:endParaRPr lang="en-US" sz="1200" dirty="0"/>
          </a:p>
        </p:txBody>
      </p:sp>
      <p:sp>
        <p:nvSpPr>
          <p:cNvPr id="9" name="Topic 4"/>
          <p:cNvSpPr txBox="1"/>
          <p:nvPr/>
        </p:nvSpPr>
        <p:spPr>
          <a:xfrm>
            <a:off x="457200" y="34107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try-with-resources :</a:t>
            </a:r>
            <a:endParaRPr lang="en-US" sz="1500" dirty="0"/>
          </a:p>
        </p:txBody>
      </p:sp>
      <p:sp>
        <p:nvSpPr>
          <p:cNvPr id="10" name="Description 4"/>
          <p:cNvSpPr txBox="1"/>
          <p:nvPr/>
        </p:nvSpPr>
        <p:spPr>
          <a:xfrm>
            <a:off x="3017520" y="341071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FileWriter is declared inside try( ) so it is closed automatically after writing.)</a:t>
            </a:r>
            <a:endParaRPr lang="en-US" sz="1200" dirty="0"/>
          </a:p>
        </p:txBody>
      </p:sp>
      <p:sp>
        <p:nvSpPr>
          <p:cNvPr id="11" name="Topic 5"/>
          <p:cNvSpPr txBox="1"/>
          <p:nvPr/>
        </p:nvSpPr>
        <p:spPr>
          <a:xfrm>
            <a:off x="457200" y="410565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IOException Handling :</a:t>
            </a:r>
            <a:endParaRPr lang="en-US" sz="1500" dirty="0"/>
          </a:p>
        </p:txBody>
      </p:sp>
      <p:sp>
        <p:nvSpPr>
          <p:cNvPr id="12" name="Description 5"/>
          <p:cNvSpPr txBox="1"/>
          <p:nvPr/>
        </p:nvSpPr>
        <p:spPr>
          <a:xfrm>
            <a:off x="3017520" y="410565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(catch (IOException e) displays a message if the purchase history cannot be saved.)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CO-6 :</a:t>
            </a:r>
            <a:endParaRPr lang="en-US" sz="4000" dirty="0"/>
          </a:p>
        </p:txBody>
      </p:sp>
      <p:sp>
        <p:nvSpPr>
          <p:cNvPr id="3" name="Topic 1"/>
          <p:cNvSpPr txBox="1"/>
          <p:nvPr/>
        </p:nvSpPr>
        <p:spPr>
          <a:xfrm>
            <a:off x="457200" y="132588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Used :</a:t>
            </a:r>
            <a:endParaRPr lang="en-US" sz="1500" dirty="0"/>
          </a:p>
        </p:txBody>
      </p:sp>
      <p:sp>
        <p:nvSpPr>
          <p:cNvPr id="4" name="Description 1"/>
          <p:cNvSpPr txBox="1"/>
          <p:nvPr/>
        </p:nvSpPr>
        <p:spPr>
          <a:xfrm>
            <a:off x="3017520" y="132588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(Module 6 concepts such as Collections, Lambdas and Streams are not used in this version; products are stored in a 1D array.)</a:t>
            </a:r>
            <a:endParaRPr lang="en-US" sz="1200" dirty="0"/>
          </a:p>
        </p:txBody>
      </p:sp>
      <p:sp>
        <p:nvSpPr>
          <p:cNvPr id="5" name="Topic 2"/>
          <p:cNvSpPr txBox="1"/>
          <p:nvPr/>
        </p:nvSpPr>
        <p:spPr>
          <a:xfrm>
            <a:off x="457200" y="219456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– ArrayList :</a:t>
            </a:r>
            <a:endParaRPr lang="en-US" sz="1500" dirty="0"/>
          </a:p>
        </p:txBody>
      </p:sp>
      <p:sp>
        <p:nvSpPr>
          <p:cNvPr id="6" name="Description 2"/>
          <p:cNvSpPr txBox="1"/>
          <p:nvPr/>
        </p:nvSpPr>
        <p:spPr>
          <a:xfrm>
            <a:off x="3017520" y="219456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Product[] with ArrayList&lt;Product&gt; to add or remove products without a fixed size.)</a:t>
            </a:r>
            <a:endParaRPr lang="en-US" sz="1200" dirty="0"/>
          </a:p>
        </p:txBody>
      </p:sp>
      <p:sp>
        <p:nvSpPr>
          <p:cNvPr id="7" name="Topic 3"/>
          <p:cNvSpPr txBox="1"/>
          <p:nvPr/>
        </p:nvSpPr>
        <p:spPr>
          <a:xfrm>
            <a:off x="457200" y="306324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– HashMap :</a:t>
            </a:r>
            <a:endParaRPr lang="en-US" sz="1500" dirty="0"/>
          </a:p>
        </p:txBody>
      </p:sp>
      <p:sp>
        <p:nvSpPr>
          <p:cNvPr id="8" name="Description 3"/>
          <p:cNvSpPr txBox="1"/>
          <p:nvPr/>
        </p:nvSpPr>
        <p:spPr>
          <a:xfrm>
            <a:off x="3017520" y="306324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(Store products as Map&lt;Integer, Product&gt; for faster lookup by product ID.)</a:t>
            </a:r>
            <a:endParaRPr lang="en-US" sz="1200" dirty="0"/>
          </a:p>
        </p:txBody>
      </p:sp>
      <p:sp>
        <p:nvSpPr>
          <p:cNvPr id="9" name="Topic 4"/>
          <p:cNvSpPr txBox="1"/>
          <p:nvPr/>
        </p:nvSpPr>
        <p:spPr>
          <a:xfrm>
            <a:off x="457200" y="393192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– Streams :</a:t>
            </a:r>
            <a:endParaRPr lang="en-US" sz="1500" dirty="0"/>
          </a:p>
        </p:txBody>
      </p:sp>
      <p:sp>
        <p:nvSpPr>
          <p:cNvPr id="10" name="Description 4"/>
          <p:cNvSpPr txBox="1"/>
          <p:nvPr/>
        </p:nvSpPr>
        <p:spPr>
          <a:xfrm>
            <a:off x="3017520" y="393192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filter, map and collect on purchase history to generate sales reports and low-stock lists.)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:</a:t>
            </a:r>
            <a:endParaRPr lang="en-US" sz="4000" dirty="0"/>
          </a:p>
        </p:txBody>
      </p:sp>
      <p:sp>
        <p:nvSpPr>
          <p:cNvPr id="4" name="Caption"/>
          <p:cNvSpPr txBox="1"/>
          <p:nvPr/>
        </p:nvSpPr>
        <p:spPr>
          <a:xfrm>
            <a:off x="457200" y="132588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run of the simulator: view products, add Rs.100, buy Chips (ID 101), check the balance (Rs.80) and exit.</a:t>
            </a:r>
            <a:endParaRPr lang="en-US" sz="1400" dirty="0"/>
          </a:p>
        </p:txBody>
      </p:sp>
      <p:pic>
        <p:nvPicPr>
          <p:cNvPr id="20" name="Program Output" descr="Console output of the Vending Machine Simulator showing view products, add money, buy product, check balance and ex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006" y="400050"/>
            <a:ext cx="534639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425</Words>
  <Application>Microsoft Office PowerPoint</Application>
  <PresentationFormat>On-screen Show (16:9)</PresentationFormat>
  <Paragraphs>47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Mohana santhi K</cp:lastModifiedBy>
  <cp:revision>1</cp:revision>
  <dcterms:created xsi:type="dcterms:W3CDTF">2026-10-15T13:10:56Z</dcterms:created>
  <dcterms:modified xsi:type="dcterms:W3CDTF">2026-10-16T06:42:27Z</dcterms:modified>
</cp:coreProperties>
</file>